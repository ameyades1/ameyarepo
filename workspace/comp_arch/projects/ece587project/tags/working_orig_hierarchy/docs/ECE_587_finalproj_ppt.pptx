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70" r:id="rId5"/>
    <p:sldId id="259" r:id="rId6"/>
    <p:sldId id="271" r:id="rId7"/>
    <p:sldId id="260" r:id="rId8"/>
    <p:sldId id="263" r:id="rId9"/>
    <p:sldId id="261" r:id="rId10"/>
    <p:sldId id="262" r:id="rId11"/>
    <p:sldId id="264" r:id="rId12"/>
    <p:sldId id="265" r:id="rId13"/>
    <p:sldId id="266" r:id="rId14"/>
    <p:sldId id="267" r:id="rId15"/>
    <p:sldId id="268" r:id="rId16"/>
    <p:sldId id="269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3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401743-848C-485D-BC6D-E592B7031B17}" type="datetimeFigureOut">
              <a:rPr lang="en-US" smtClean="0"/>
              <a:pPr/>
              <a:t>6/4/2013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F91F5E-CD41-4D59-A685-033F13658EE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D8761-878C-40CD-A6D0-5E2E67A4CB24}" type="datetime1">
              <a:rPr lang="en-US" smtClean="0"/>
              <a:pPr/>
              <a:t>6/4/2013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5E705-D30A-46F1-8D16-2F9F0BBBDCF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D5EDA-BDB6-4C10-9D79-2A2CD6202A0D}" type="datetime1">
              <a:rPr lang="en-US" smtClean="0"/>
              <a:pPr/>
              <a:t>6/4/2013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5E705-D30A-46F1-8D16-2F9F0BBBDCF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5503-2C0E-425B-AC6F-7C305D94A573}" type="datetime1">
              <a:rPr lang="en-US" smtClean="0"/>
              <a:pPr/>
              <a:t>6/4/2013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5E705-D30A-46F1-8D16-2F9F0BBBDCF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1561E-971B-4CF3-98D7-6948986F1C5D}" type="datetime1">
              <a:rPr lang="en-US" smtClean="0"/>
              <a:pPr/>
              <a:t>6/4/2013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5E705-D30A-46F1-8D16-2F9F0BBBDCF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41891-830A-4827-BC73-9238171A8A0C}" type="datetime1">
              <a:rPr lang="en-US" smtClean="0"/>
              <a:pPr/>
              <a:t>6/4/2013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5E705-D30A-46F1-8D16-2F9F0BBBDCF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9025D-7CF5-4E0B-A55D-284964CA8266}" type="datetime1">
              <a:rPr lang="en-US" smtClean="0"/>
              <a:pPr/>
              <a:t>6/4/2013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5E705-D30A-46F1-8D16-2F9F0BBBDCF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C5C1C-8432-473D-B9C2-8D1F2A98E1C8}" type="datetime1">
              <a:rPr lang="en-US" smtClean="0"/>
              <a:pPr/>
              <a:t>6/4/2013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5E705-D30A-46F1-8D16-2F9F0BBBDCF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7532E-B527-47B3-81A4-4B2D07BC226F}" type="datetime1">
              <a:rPr lang="en-US" smtClean="0"/>
              <a:pPr/>
              <a:t>6/4/2013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5E705-D30A-46F1-8D16-2F9F0BBBDCF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8BCD6-BA65-4D4F-801F-368D86C257B6}" type="datetime1">
              <a:rPr lang="en-US" smtClean="0"/>
              <a:pPr/>
              <a:t>6/4/2013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5E705-D30A-46F1-8D16-2F9F0BBBDCF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644C1-F014-4F85-AE71-2476D2E79E08}" type="datetime1">
              <a:rPr lang="en-US" smtClean="0"/>
              <a:pPr/>
              <a:t>6/4/2013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5E705-D30A-46F1-8D16-2F9F0BBBDCF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5C136-9128-4708-9F55-A0881E1D30D6}" type="datetime1">
              <a:rPr lang="en-US" smtClean="0"/>
              <a:pPr/>
              <a:t>6/4/2013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5E705-D30A-46F1-8D16-2F9F0BBBDCF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F8FF38-B94A-47CC-A129-9272AD3F7486}" type="datetime1">
              <a:rPr lang="en-US" smtClean="0"/>
              <a:pPr/>
              <a:t>6/4/2013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A5E705-D30A-46F1-8D16-2F9F0BBBDCF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PREDICTION CACHES FOR SUPERSCALAR PROCESSORS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 smtClean="0"/>
              <a:t>				BY: 	</a:t>
            </a:r>
            <a:r>
              <a:rPr lang="en-US" sz="2400" dirty="0" err="1" smtClean="0"/>
              <a:t>Ameya</a:t>
            </a:r>
            <a:endParaRPr lang="en-US" sz="2400" dirty="0" smtClean="0"/>
          </a:p>
          <a:p>
            <a:r>
              <a:rPr lang="en-US" sz="2400" dirty="0" smtClean="0"/>
              <a:t>	 				</a:t>
            </a:r>
            <a:r>
              <a:rPr lang="en-US" sz="2400" dirty="0" err="1" smtClean="0"/>
              <a:t>Chinni</a:t>
            </a:r>
            <a:r>
              <a:rPr lang="en-US" sz="2400" dirty="0" smtClean="0"/>
              <a:t>	</a:t>
            </a:r>
          </a:p>
          <a:p>
            <a:r>
              <a:rPr lang="en-US" sz="2400" dirty="0" smtClean="0"/>
              <a:t>					</a:t>
            </a:r>
            <a:r>
              <a:rPr lang="en-US" sz="2400" dirty="0" err="1" smtClean="0"/>
              <a:t>Manas</a:t>
            </a:r>
            <a:endParaRPr lang="en-US" sz="2400" dirty="0" smtClean="0"/>
          </a:p>
          <a:p>
            <a:r>
              <a:rPr lang="en-US" sz="2400" dirty="0" smtClean="0"/>
              <a:t>					Sanjay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5E705-D30A-46F1-8D16-2F9F0BBBDCF6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MOTIVATION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current cache </a:t>
            </a:r>
            <a:r>
              <a:rPr lang="en-US" dirty="0" smtClean="0"/>
              <a:t>designs</a:t>
            </a:r>
            <a:r>
              <a:rPr lang="en-US" dirty="0" smtClean="0"/>
              <a:t> </a:t>
            </a:r>
            <a:r>
              <a:rPr lang="en-US" dirty="0" smtClean="0"/>
              <a:t>are inefficient.</a:t>
            </a:r>
          </a:p>
          <a:p>
            <a:r>
              <a:rPr lang="en-US" dirty="0" smtClean="0"/>
              <a:t>Most of the cycles wasted in pipeline </a:t>
            </a:r>
            <a:r>
              <a:rPr lang="en-US" dirty="0" smtClean="0"/>
              <a:t>stalls due to </a:t>
            </a:r>
            <a:r>
              <a:rPr lang="en-US" smtClean="0"/>
              <a:t>memory access.</a:t>
            </a:r>
            <a:endParaRPr lang="en-US" dirty="0" smtClean="0"/>
          </a:p>
          <a:p>
            <a:r>
              <a:rPr lang="en-US" dirty="0" smtClean="0"/>
              <a:t>Latency of second and third level caches too high</a:t>
            </a:r>
            <a:r>
              <a:rPr lang="en-US" dirty="0" smtClean="0"/>
              <a:t>.</a:t>
            </a:r>
          </a:p>
          <a:p>
            <a:r>
              <a:rPr lang="en-US" dirty="0" smtClean="0"/>
              <a:t>Increase in latency degrades machine performance by more than 20%.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5E705-D30A-46F1-8D16-2F9F0BBBDCF6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PREVIOUS 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543800" cy="4419600"/>
          </a:xfrm>
        </p:spPr>
        <p:txBody>
          <a:bodyPr>
            <a:normAutofit/>
          </a:bodyPr>
          <a:lstStyle/>
          <a:p>
            <a:r>
              <a:rPr lang="en-US" dirty="0" smtClean="0"/>
              <a:t>Victim Caches	</a:t>
            </a:r>
          </a:p>
          <a:p>
            <a:pPr lvl="1"/>
            <a:r>
              <a:rPr lang="en-US" dirty="0" smtClean="0"/>
              <a:t>Small fully associative cache.</a:t>
            </a:r>
          </a:p>
          <a:p>
            <a:pPr lvl="1"/>
            <a:r>
              <a:rPr lang="en-US" dirty="0" smtClean="0"/>
              <a:t>Victim cache replaces the main cache entry.</a:t>
            </a:r>
          </a:p>
          <a:p>
            <a:pPr lvl="1"/>
            <a:r>
              <a:rPr lang="en-US" dirty="0" smtClean="0"/>
              <a:t>If the entry is not available in victim cache then it goes to the next level cache is accessed.</a:t>
            </a:r>
          </a:p>
          <a:p>
            <a:pPr>
              <a:buNone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5E705-D30A-46F1-8D16-2F9F0BBBDCF6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Victim Cache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5E705-D30A-46F1-8D16-2F9F0BBBDCF6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2180220"/>
            <a:ext cx="8229600" cy="33659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PREVIOUS 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Stream Buffers</a:t>
            </a:r>
          </a:p>
          <a:p>
            <a:pPr lvl="1"/>
            <a:r>
              <a:rPr lang="en-US" dirty="0" smtClean="0"/>
              <a:t>Array of cache lines dedicated to </a:t>
            </a:r>
            <a:r>
              <a:rPr lang="en-US" dirty="0" err="1" smtClean="0"/>
              <a:t>prefetching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Stream buffer is checked on a cache miss.</a:t>
            </a:r>
          </a:p>
          <a:p>
            <a:pPr lvl="1"/>
            <a:r>
              <a:rPr lang="en-US" dirty="0" smtClean="0"/>
              <a:t>Can be implemented as FIFO.</a:t>
            </a:r>
          </a:p>
          <a:p>
            <a:pPr lvl="1"/>
            <a:r>
              <a:rPr lang="en-US" dirty="0" smtClean="0"/>
              <a:t>Request forwarded to next level cache when no match in stream buffers.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5E705-D30A-46F1-8D16-2F9F0BBBDCF6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STREAM BUFFERS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5E705-D30A-46F1-8D16-2F9F0BBBDCF6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447799" y="1295400"/>
            <a:ext cx="6510959" cy="42441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PERFORMANCE OF VICTIM CACHE AND STREAM BUFFERS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5E705-D30A-46F1-8D16-2F9F0BBBDCF6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PERFORMANCE CONTINUED…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5E705-D30A-46F1-8D16-2F9F0BBBDCF6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DRAWBACKS OF VICTIM CACHES AND STREAM BUFFERS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Number of distinct streams and amount of </a:t>
            </a:r>
            <a:r>
              <a:rPr lang="en-US" dirty="0" err="1" smtClean="0"/>
              <a:t>lookahead</a:t>
            </a:r>
            <a:r>
              <a:rPr lang="en-US" dirty="0" smtClean="0"/>
              <a:t> are fixed.</a:t>
            </a:r>
          </a:p>
          <a:p>
            <a:r>
              <a:rPr lang="en-US" dirty="0" smtClean="0"/>
              <a:t>Stream buffers consume memory B/W.</a:t>
            </a:r>
          </a:p>
          <a:p>
            <a:r>
              <a:rPr lang="en-US" dirty="0" smtClean="0"/>
              <a:t>Victim caches do not perform better with increasing size.</a:t>
            </a:r>
          </a:p>
          <a:p>
            <a:r>
              <a:rPr lang="en-US" dirty="0" smtClean="0"/>
              <a:t>Stream buffers may face partial hits.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5E705-D30A-46F1-8D16-2F9F0BBBDCF6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PREDICTION CACHES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Both stream buffers and victim cache just use recent history.</a:t>
            </a:r>
          </a:p>
          <a:p>
            <a:r>
              <a:rPr lang="en-US" dirty="0" smtClean="0"/>
              <a:t>Performance can be improved if cache predicted earlier.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5E705-D30A-46F1-8D16-2F9F0BBBDCF6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PREDICTION CACHES CONTINUED…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5E705-D30A-46F1-8D16-2F9F0BBBDCF6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PREDICTION CACHES CONTINUED…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5E705-D30A-46F1-8D16-2F9F0BBBDCF6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PREFORMANCE OF PREDICTION CACHES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5E705-D30A-46F1-8D16-2F9F0BBBDCF6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PREFORMANCE OF PREDICTION CACHES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5E705-D30A-46F1-8D16-2F9F0BBBDCF6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5E705-D30A-46F1-8D16-2F9F0BBBDCF6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1. P. </a:t>
            </a:r>
            <a:r>
              <a:rPr lang="en-US" dirty="0" err="1"/>
              <a:t>Jouppi</a:t>
            </a:r>
            <a:r>
              <a:rPr lang="en-US" dirty="0"/>
              <a:t>, “Improving direct-mapped cache performance by the addition of a small fully-associative cache and </a:t>
            </a:r>
            <a:r>
              <a:rPr lang="en-US" dirty="0" err="1"/>
              <a:t>prefetch</a:t>
            </a:r>
            <a:r>
              <a:rPr lang="en-US" dirty="0"/>
              <a:t> buffers,” 17th Annual International Symposium on Computer Architecture, pages 364-73, May 1990.</a:t>
            </a:r>
            <a:endParaRPr lang="en-US" b="0" dirty="0" smtClean="0"/>
          </a:p>
          <a:p>
            <a:r>
              <a:rPr lang="en-US" dirty="0"/>
              <a:t>2. S. </a:t>
            </a:r>
            <a:r>
              <a:rPr lang="en-US" dirty="0" err="1"/>
              <a:t>Palacharla</a:t>
            </a:r>
            <a:r>
              <a:rPr lang="en-US" dirty="0"/>
              <a:t> and R.E. Kessler, “Evaluating stream buffers as a secondary cache replacement,” Proc. of the 21st International  Symposium on Computer Architecture, pages 24-33, April 1994.</a:t>
            </a:r>
            <a:endParaRPr lang="en-US" b="0" dirty="0" smtClean="0"/>
          </a:p>
          <a:p>
            <a:r>
              <a:rPr lang="en-US" dirty="0"/>
              <a:t>3. V.  </a:t>
            </a:r>
            <a:r>
              <a:rPr lang="en-US" dirty="0" err="1"/>
              <a:t>Phalke</a:t>
            </a:r>
            <a:r>
              <a:rPr lang="en-US" dirty="0"/>
              <a:t> and B.  </a:t>
            </a:r>
            <a:r>
              <a:rPr lang="en-US" dirty="0" err="1"/>
              <a:t>Gopinath</a:t>
            </a:r>
            <a:r>
              <a:rPr lang="en-US" dirty="0"/>
              <a:t>, “A miss history-based architecture  for cache </a:t>
            </a:r>
            <a:r>
              <a:rPr lang="en-US" dirty="0" err="1"/>
              <a:t>prefetching</a:t>
            </a:r>
            <a:r>
              <a:rPr lang="en-US" dirty="0"/>
              <a:t>,” International Workshop  IWMM 95 Proceedings, pages 381-98, September  1995.</a:t>
            </a:r>
            <a:endParaRPr lang="en-US" b="0" dirty="0" smtClean="0"/>
          </a:p>
          <a:p>
            <a:r>
              <a:rPr lang="en-US" dirty="0"/>
              <a:t>4.  I. </a:t>
            </a:r>
            <a:r>
              <a:rPr lang="en-US" dirty="0" err="1"/>
              <a:t>Farkas</a:t>
            </a:r>
            <a:r>
              <a:rPr lang="en-US" dirty="0"/>
              <a:t>, P. Chow, N. P. </a:t>
            </a:r>
            <a:r>
              <a:rPr lang="en-US" dirty="0" err="1"/>
              <a:t>Jouppi</a:t>
            </a:r>
            <a:r>
              <a:rPr lang="en-US" dirty="0"/>
              <a:t>, and Z. </a:t>
            </a:r>
            <a:r>
              <a:rPr lang="en-US" dirty="0" err="1"/>
              <a:t>Vranesic</a:t>
            </a:r>
            <a:r>
              <a:rPr lang="en-US" dirty="0"/>
              <a:t>, “Memory-system  design considerations for dynamically-scheduled  processors,” Proc. of the 24th Annual International Symposium on Computer Architecture, pages 133-43, June 1997.</a:t>
            </a:r>
            <a:endParaRPr lang="en-US" b="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5E705-D30A-46F1-8D16-2F9F0BBBDCF6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265</Words>
  <Application>Microsoft Office PowerPoint</Application>
  <PresentationFormat>On-screen Show (4:3)</PresentationFormat>
  <Paragraphs>59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PREDICTION CACHES FOR SUPERSCALAR PROCESSORS</vt:lpstr>
      <vt:lpstr>MOTIVATION</vt:lpstr>
      <vt:lpstr>PREVIOUS WORK</vt:lpstr>
      <vt:lpstr>Victim Cache</vt:lpstr>
      <vt:lpstr>PREVIOUS WORK</vt:lpstr>
      <vt:lpstr>STREAM BUFFERS</vt:lpstr>
      <vt:lpstr>PERFORMANCE OF VICTIM CACHE AND STREAM BUFFERS</vt:lpstr>
      <vt:lpstr>PERFORMANCE CONTINUED…</vt:lpstr>
      <vt:lpstr>DRAWBACKS OF VICTIM CACHES AND STREAM BUFFERS</vt:lpstr>
      <vt:lpstr>PREDICTION CACHES</vt:lpstr>
      <vt:lpstr>PREDICTION CACHES CONTINUED…</vt:lpstr>
      <vt:lpstr>PREDICTION CACHES CONTINUED…</vt:lpstr>
      <vt:lpstr>PREFORMANCE OF PREDICTION CACHES</vt:lpstr>
      <vt:lpstr>PREFORMANCE OF PREDICTION CACHES</vt:lpstr>
      <vt:lpstr>CONCLUSION</vt:lpstr>
      <vt:lpstr>REFERENCES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Sweta</dc:creator>
  <cp:lastModifiedBy>Sweta</cp:lastModifiedBy>
  <cp:revision>14</cp:revision>
  <dcterms:created xsi:type="dcterms:W3CDTF">2013-06-05T02:13:37Z</dcterms:created>
  <dcterms:modified xsi:type="dcterms:W3CDTF">2013-06-05T07:01:40Z</dcterms:modified>
</cp:coreProperties>
</file>